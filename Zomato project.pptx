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tFBKO4yusRtyX25OpxhSyr132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Zomato Project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1" name="Google Shape;9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350" y="1065447"/>
            <a:ext cx="12192000" cy="530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7" name="Google Shape;9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600" y="2488275"/>
            <a:ext cx="12080700" cy="256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3" name="Google Shape;103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626" y="1356426"/>
            <a:ext cx="8543100" cy="48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9" name="Google Shape;10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0101" y="1670675"/>
            <a:ext cx="8340300" cy="478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15" name="Google Shape;11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125" y="2301552"/>
            <a:ext cx="11814300" cy="269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21" name="Google Shape;121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650" y="653700"/>
            <a:ext cx="10622700" cy="55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1148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27" name="Google Shape;127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525" y="1380825"/>
            <a:ext cx="9350700" cy="473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2025-03-09T12:09:34Z</dcterms:created>
  <dc:creator>Vipul Sonawane</dc:creator>
</cp:coreProperties>
</file>